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8" r:id="rId6"/>
    <p:sldId id="259" r:id="rId7"/>
    <p:sldId id="260" r:id="rId8"/>
    <p:sldId id="266" r:id="rId9"/>
    <p:sldId id="261" r:id="rId10"/>
    <p:sldId id="267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9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xmlns="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xmlns="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4436944-9102-B8DD-4937-53CE23F863CD}"/>
              </a:ext>
            </a:extLst>
          </p:cNvPr>
          <p:cNvCxnSpPr/>
          <p:nvPr/>
        </p:nvCxnSpPr>
        <p:spPr>
          <a:xfrm>
            <a:off x="412700" y="2879656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4CC8E6D-9AC9-207F-5269-04FCA0C97961}"/>
              </a:ext>
            </a:extLst>
          </p:cNvPr>
          <p:cNvSpPr txBox="1"/>
          <p:nvPr/>
        </p:nvSpPr>
        <p:spPr>
          <a:xfrm>
            <a:off x="654693" y="3161211"/>
            <a:ext cx="10882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/>
              <a:t>CounterProbe.text</a:t>
            </a:r>
            <a:r>
              <a:rPr lang="en-US" sz="3200" b="1" dirty="0" smtClean="0"/>
              <a:t>- An AI based tool for news analysis 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83C08EE-8491-1D44-274A-D679D012EA7B}"/>
              </a:ext>
            </a:extLst>
          </p:cNvPr>
          <p:cNvSpPr txBox="1"/>
          <p:nvPr/>
        </p:nvSpPr>
        <p:spPr>
          <a:xfrm>
            <a:off x="3872215" y="3909576"/>
            <a:ext cx="46121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 err="1" smtClean="0">
                <a:solidFill>
                  <a:srgbClr val="002060"/>
                </a:solidFill>
              </a:rPr>
              <a:t>Shubhankar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Bagchi</a:t>
            </a:r>
            <a:r>
              <a:rPr lang="en-US" sz="2400" b="1" dirty="0" smtClean="0">
                <a:solidFill>
                  <a:srgbClr val="002060"/>
                </a:solidFill>
              </a:rPr>
              <a:t> (MT24AAC006)</a:t>
            </a:r>
          </a:p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V </a:t>
            </a:r>
            <a:r>
              <a:rPr lang="en-US" sz="2400" b="1" dirty="0" err="1" smtClean="0">
                <a:solidFill>
                  <a:srgbClr val="002060"/>
                </a:solidFill>
              </a:rPr>
              <a:t>Sadasiva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Rao</a:t>
            </a:r>
            <a:r>
              <a:rPr lang="en-US" sz="2400" b="1" dirty="0" smtClean="0">
                <a:solidFill>
                  <a:srgbClr val="002060"/>
                </a:solidFill>
              </a:rPr>
              <a:t> (MT24AAI168)</a:t>
            </a:r>
          </a:p>
          <a:p>
            <a:pPr algn="ctr"/>
            <a:r>
              <a:rPr lang="en-US" sz="2400" b="1" dirty="0" err="1" smtClean="0">
                <a:solidFill>
                  <a:srgbClr val="002060"/>
                </a:solidFill>
              </a:rPr>
              <a:t>Mohd</a:t>
            </a:r>
            <a:r>
              <a:rPr lang="en-US" sz="2400" b="1" dirty="0" smtClean="0">
                <a:solidFill>
                  <a:srgbClr val="002060"/>
                </a:solidFill>
              </a:rPr>
              <a:t>. </a:t>
            </a:r>
            <a:r>
              <a:rPr lang="en-US" sz="2400" b="1" dirty="0" err="1" smtClean="0">
                <a:solidFill>
                  <a:srgbClr val="002060"/>
                </a:solidFill>
              </a:rPr>
              <a:t>Deen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Ul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Haq</a:t>
            </a:r>
            <a:r>
              <a:rPr lang="en-US" sz="2400" b="1" dirty="0" smtClean="0">
                <a:solidFill>
                  <a:srgbClr val="002060"/>
                </a:solidFill>
              </a:rPr>
              <a:t> (MT24AA166)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76906C1-A200-6BB6-2FA3-502611F915AB}"/>
              </a:ext>
            </a:extLst>
          </p:cNvPr>
          <p:cNvSpPr txBox="1"/>
          <p:nvPr/>
        </p:nvSpPr>
        <p:spPr>
          <a:xfrm>
            <a:off x="4781792" y="5400139"/>
            <a:ext cx="279300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Dr. </a:t>
            </a:r>
            <a:r>
              <a:rPr lang="en-US" sz="2400" b="1" dirty="0" err="1" smtClean="0">
                <a:solidFill>
                  <a:srgbClr val="002060"/>
                </a:solidFill>
              </a:rPr>
              <a:t>Saugata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Sinha</a:t>
            </a:r>
            <a:r>
              <a:rPr lang="en-US" sz="2400" b="1" dirty="0" smtClean="0">
                <a:solidFill>
                  <a:srgbClr val="002060"/>
                </a:solidFill>
              </a:rPr>
              <a:t> Sir</a:t>
            </a:r>
            <a:endParaRPr lang="en-US" sz="2400" b="1" dirty="0">
              <a:solidFill>
                <a:srgbClr val="002060"/>
              </a:solidFill>
            </a:endParaRP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xmlns="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pPr/>
              <a:t>10-05-2026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</a:t>
            </a:r>
            <a:r>
              <a:rPr lang="en-US" sz="2000" b="1" u="sng" dirty="0" smtClean="0"/>
              <a:t>AI &amp; Communications</a:t>
            </a:r>
            <a:endParaRPr lang="en-US" sz="2000" b="1" u="sng" dirty="0"/>
          </a:p>
          <a:p>
            <a:pPr algn="ctr"/>
            <a:r>
              <a:rPr lang="en-US" sz="2000" b="1" u="sng" dirty="0"/>
              <a:t>Cohort </a:t>
            </a:r>
            <a:r>
              <a:rPr lang="en-US" sz="2000" b="1" u="sng" dirty="0" smtClean="0"/>
              <a:t>3B </a:t>
            </a:r>
            <a:r>
              <a:rPr lang="en-US" sz="2000" b="1" u="sng" dirty="0"/>
              <a:t>sem. </a:t>
            </a:r>
            <a:r>
              <a:rPr lang="en-US" sz="2000" b="1" u="sng" dirty="0" smtClean="0"/>
              <a:t>3, Summer 2026</a:t>
            </a:r>
            <a:endParaRPr lang="en-US" sz="2000" b="1" u="sng" dirty="0"/>
          </a:p>
          <a:p>
            <a:pPr algn="ctr"/>
            <a:r>
              <a:rPr lang="en-US" sz="2000" b="1" u="sng" dirty="0"/>
              <a:t>Eval. </a:t>
            </a:r>
            <a:r>
              <a:rPr lang="en-US" sz="2000" b="1" u="sng" dirty="0" smtClean="0"/>
              <a:t>2 (10/05/2026)</a:t>
            </a:r>
          </a:p>
          <a:p>
            <a:pPr algn="ctr"/>
            <a:r>
              <a:rPr lang="en-US" sz="2000" b="1" u="sng" dirty="0" smtClean="0"/>
              <a:t>Subject- Natural Language Processing ECL545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xmlns="" val="150075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Statement &amp; Datasets</a:t>
            </a:r>
          </a:p>
          <a:p>
            <a:r>
              <a:rPr lang="en-US" dirty="0" smtClean="0"/>
              <a:t>Methods &amp; Individual Contributions</a:t>
            </a:r>
          </a:p>
          <a:p>
            <a:r>
              <a:rPr lang="en-US" dirty="0" smtClean="0"/>
              <a:t>Training Data &amp; Testing Data</a:t>
            </a:r>
          </a:p>
          <a:p>
            <a:r>
              <a:rPr lang="en-US" dirty="0" smtClean="0"/>
              <a:t>Algorithm</a:t>
            </a:r>
          </a:p>
          <a:p>
            <a:r>
              <a:rPr lang="en-US" dirty="0" smtClean="0"/>
              <a:t>Work Done &amp; Flowchart</a:t>
            </a:r>
          </a:p>
          <a:p>
            <a:r>
              <a:rPr lang="en-US" dirty="0" smtClean="0"/>
              <a:t>Results Obtained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323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US" b="1" dirty="0" smtClean="0"/>
              <a:t>Problem Statement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>
            <a:normAutofit/>
          </a:bodyPr>
          <a:lstStyle/>
          <a:p>
            <a:r>
              <a:rPr lang="en-US" dirty="0" smtClean="0"/>
              <a:t>Predicting the probability of correctness </a:t>
            </a:r>
            <a:r>
              <a:rPr lang="en-US" dirty="0" smtClean="0"/>
              <a:t>and of </a:t>
            </a:r>
            <a:r>
              <a:rPr lang="en-US" dirty="0" smtClean="0"/>
              <a:t>the news related to the geopolitics, strategic operations based on the </a:t>
            </a:r>
            <a:r>
              <a:rPr lang="en-US" dirty="0" smtClean="0"/>
              <a:t>publically </a:t>
            </a:r>
            <a:r>
              <a:rPr lang="en-US" dirty="0" smtClean="0"/>
              <a:t>available data given by the official authority channels that comes in the social media posts or blogs and main stream media articles and making it easier to understand for the </a:t>
            </a:r>
            <a:r>
              <a:rPr lang="en-US" dirty="0" smtClean="0"/>
              <a:t>civilians.</a:t>
            </a:r>
            <a:endParaRPr lang="en-US" dirty="0" smtClean="0"/>
          </a:p>
          <a:p>
            <a:r>
              <a:rPr lang="en-US" dirty="0" smtClean="0"/>
              <a:t>Fake News Detection Datasets | </a:t>
            </a:r>
            <a:r>
              <a:rPr lang="en-US" dirty="0" err="1" smtClean="0"/>
              <a:t>Kaggle</a:t>
            </a:r>
            <a:r>
              <a:rPr lang="en-US" dirty="0" smtClean="0"/>
              <a:t> https://share.google/iYTh4zJhFfHVqYlQp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169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(NLP Pipeline) &amp; Individual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By </a:t>
            </a:r>
            <a:r>
              <a:rPr lang="en-US" b="1" dirty="0" err="1" smtClean="0"/>
              <a:t>Mohd</a:t>
            </a:r>
            <a:r>
              <a:rPr lang="en-US" b="1" dirty="0" smtClean="0"/>
              <a:t>. </a:t>
            </a:r>
            <a:r>
              <a:rPr lang="en-US" b="1" dirty="0" err="1" smtClean="0"/>
              <a:t>Deen</a:t>
            </a:r>
            <a:r>
              <a:rPr lang="en-US" b="1" dirty="0" smtClean="0"/>
              <a:t> </a:t>
            </a:r>
            <a:r>
              <a:rPr lang="en-US" b="1" dirty="0" err="1" smtClean="0"/>
              <a:t>Ul</a:t>
            </a:r>
            <a:r>
              <a:rPr lang="en-US" b="1" dirty="0" smtClean="0"/>
              <a:t> </a:t>
            </a:r>
            <a:r>
              <a:rPr lang="en-US" b="1" dirty="0" err="1" smtClean="0"/>
              <a:t>Haq</a:t>
            </a:r>
            <a:endParaRPr lang="en-US" b="1" dirty="0" smtClean="0"/>
          </a:p>
          <a:p>
            <a:r>
              <a:rPr lang="en-US" dirty="0" err="1" smtClean="0"/>
              <a:t>Dataloading</a:t>
            </a:r>
            <a:endParaRPr lang="en-US" dirty="0" smtClean="0"/>
          </a:p>
          <a:p>
            <a:r>
              <a:rPr lang="en-US" dirty="0" smtClean="0"/>
              <a:t>Preprocessing</a:t>
            </a:r>
          </a:p>
          <a:p>
            <a:pPr>
              <a:buNone/>
            </a:pPr>
            <a:r>
              <a:rPr lang="en-US" b="1" dirty="0" smtClean="0"/>
              <a:t>By </a:t>
            </a:r>
            <a:r>
              <a:rPr lang="en-US" b="1" dirty="0" err="1" smtClean="0"/>
              <a:t>Shubhankar</a:t>
            </a:r>
            <a:r>
              <a:rPr lang="en-US" b="1" dirty="0" smtClean="0"/>
              <a:t> </a:t>
            </a:r>
            <a:r>
              <a:rPr lang="en-US" b="1" dirty="0" err="1" smtClean="0"/>
              <a:t>Bagchi</a:t>
            </a:r>
            <a:endParaRPr lang="en-US" b="1" dirty="0" smtClean="0"/>
          </a:p>
          <a:p>
            <a:r>
              <a:rPr lang="en-US" dirty="0" smtClean="0"/>
              <a:t>Encoding</a:t>
            </a:r>
          </a:p>
          <a:p>
            <a:r>
              <a:rPr lang="en-US" dirty="0" smtClean="0"/>
              <a:t>Tokenization</a:t>
            </a:r>
          </a:p>
          <a:p>
            <a:r>
              <a:rPr lang="en-US" dirty="0" smtClean="0"/>
              <a:t>Model building (Bi LSTM model)</a:t>
            </a:r>
          </a:p>
          <a:p>
            <a:pPr>
              <a:buNone/>
            </a:pPr>
            <a:r>
              <a:rPr lang="en-US" b="1" dirty="0" smtClean="0"/>
              <a:t>By V </a:t>
            </a:r>
            <a:r>
              <a:rPr lang="en-US" b="1" dirty="0" err="1" smtClean="0"/>
              <a:t>Sadasiva</a:t>
            </a:r>
            <a:r>
              <a:rPr lang="en-US" b="1" dirty="0" smtClean="0"/>
              <a:t> </a:t>
            </a:r>
            <a:r>
              <a:rPr lang="en-US" b="1" dirty="0" err="1" smtClean="0"/>
              <a:t>Rao</a:t>
            </a:r>
            <a:endParaRPr lang="en-US" dirty="0" smtClean="0"/>
          </a:p>
          <a:p>
            <a:r>
              <a:rPr lang="en-US" dirty="0" smtClean="0"/>
              <a:t>Training</a:t>
            </a:r>
          </a:p>
          <a:p>
            <a:r>
              <a:rPr lang="en-US" dirty="0" smtClean="0"/>
              <a:t>Evaluation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Training Data                           Testing Data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30" name="Picture 6" descr="C:\Users\Lenovo\Pictures\Screenshots\Screenshot (1112).png"/>
          <p:cNvPicPr>
            <a:picLocks noChangeAspect="1" noChangeArrowheads="1"/>
          </p:cNvPicPr>
          <p:nvPr/>
        </p:nvPicPr>
        <p:blipFill>
          <a:blip r:embed="rId2" cstate="print"/>
          <a:srcRect l="10796" t="27757" r="60059" b="25919"/>
          <a:stretch>
            <a:fillRect/>
          </a:stretch>
        </p:blipFill>
        <p:spPr bwMode="auto">
          <a:xfrm>
            <a:off x="793376" y="1858843"/>
            <a:ext cx="4706471" cy="4205782"/>
          </a:xfrm>
          <a:prstGeom prst="rect">
            <a:avLst/>
          </a:prstGeom>
          <a:noFill/>
        </p:spPr>
      </p:pic>
      <p:pic>
        <p:nvPicPr>
          <p:cNvPr id="1031" name="Picture 7" descr="C:\Users\Lenovo\Pictures\Screenshots\Screenshot (1113).png"/>
          <p:cNvPicPr>
            <a:picLocks noChangeAspect="1" noChangeArrowheads="1"/>
          </p:cNvPicPr>
          <p:nvPr/>
        </p:nvPicPr>
        <p:blipFill>
          <a:blip r:embed="rId3" cstate="print"/>
          <a:srcRect l="10486" t="34191" r="59853" b="20221"/>
          <a:stretch>
            <a:fillRect/>
          </a:stretch>
        </p:blipFill>
        <p:spPr bwMode="auto">
          <a:xfrm>
            <a:off x="6347010" y="1882589"/>
            <a:ext cx="4730763" cy="40879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Algorithms  (Bi LSTM)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Bidirectional Long Short-Term Memory (</a:t>
            </a:r>
            <a:r>
              <a:rPr lang="en-US" dirty="0" err="1" smtClean="0"/>
              <a:t>BiLSTM</a:t>
            </a:r>
            <a:r>
              <a:rPr lang="en-US" dirty="0" smtClean="0"/>
              <a:t>) is a deep learning algorithm. It is a sophisticated type of Recurrent Neural Network (RNN) designed for sequence data, which enhances standard LSTMs by processing data in both forward and backward directions to capture, for instance, a word's past and future context simultaneously.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817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 LSTM Diagram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2" descr="E:\Matlab\WhatsApp Image 2026-04-05 at 07.01.35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7036" y="1789612"/>
            <a:ext cx="9956343" cy="42438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8456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 &amp; Flowchart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4294967295"/>
          </p:nvPr>
        </p:nvSpPr>
        <p:spPr>
          <a:xfrm>
            <a:off x="0" y="1411288"/>
            <a:ext cx="10515600" cy="4678362"/>
          </a:xfrm>
        </p:spPr>
        <p:txBody>
          <a:bodyPr/>
          <a:lstStyle/>
          <a:p>
            <a:pPr marL="457200" indent="-457200"/>
            <a:endParaRPr lang="en-US" dirty="0" smtClean="0"/>
          </a:p>
          <a:p>
            <a:pPr marL="457200" indent="-45720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27496" y="2529842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1023257" y="3600996"/>
            <a:ext cx="10515600" cy="2290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062" y="1407270"/>
            <a:ext cx="8537217" cy="49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Obtained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Enter news text: stock market is going to crash during this week</a:t>
            </a:r>
          </a:p>
          <a:p>
            <a:pPr>
              <a:buNone/>
            </a:pPr>
            <a:r>
              <a:rPr lang="en-US" dirty="0" smtClean="0"/>
              <a:t> Prediction: fake</a:t>
            </a:r>
          </a:p>
          <a:p>
            <a:pPr>
              <a:buNone/>
            </a:pPr>
            <a:r>
              <a:rPr lang="en-US" dirty="0" smtClean="0"/>
              <a:t> Probabilities: </a:t>
            </a:r>
          </a:p>
          <a:p>
            <a:pPr>
              <a:buNone/>
            </a:pPr>
            <a:r>
              <a:rPr lang="en-US" dirty="0" smtClean="0"/>
              <a:t>fake: 0.5921 </a:t>
            </a:r>
          </a:p>
          <a:p>
            <a:pPr>
              <a:buNone/>
            </a:pPr>
            <a:r>
              <a:rPr lang="en-US" dirty="0" smtClean="0"/>
              <a:t>real: 0.4079 </a:t>
            </a:r>
          </a:p>
          <a:p>
            <a:pPr>
              <a:buNone/>
            </a:pPr>
            <a:r>
              <a:rPr lang="en-US" dirty="0" smtClean="0"/>
              <a:t> Explanation: This news appears misleading. Official government sources do not support this claim. It may be exaggerated or false.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098" name="AutoShape 2" descr="blob:https://web.whatsapp.com/01cdba45-36c1-4d50-97f1-00a21e4ee8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blob:https://web.whatsapp.com/01cdba45-36c1-4d50-97f1-00a21e4ee8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8256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Enter news text: southern part will start to experience heat wave</a:t>
            </a:r>
          </a:p>
          <a:p>
            <a:pPr>
              <a:buNone/>
            </a:pPr>
            <a:r>
              <a:rPr lang="en-US" dirty="0" smtClean="0"/>
              <a:t> Prediction: real</a:t>
            </a:r>
          </a:p>
          <a:p>
            <a:pPr>
              <a:buNone/>
            </a:pPr>
            <a:r>
              <a:rPr lang="en-US" dirty="0" smtClean="0"/>
              <a:t> Probabilities: </a:t>
            </a:r>
          </a:p>
          <a:p>
            <a:pPr>
              <a:buNone/>
            </a:pPr>
            <a:r>
              <a:rPr lang="en-US" dirty="0" smtClean="0"/>
              <a:t>fake: 0.3903 </a:t>
            </a:r>
          </a:p>
          <a:p>
            <a:pPr>
              <a:buNone/>
            </a:pPr>
            <a:r>
              <a:rPr lang="en-US" dirty="0" smtClean="0"/>
              <a:t>real: 0.6097 </a:t>
            </a:r>
          </a:p>
          <a:p>
            <a:pPr>
              <a:buNone/>
            </a:pPr>
            <a:r>
              <a:rPr lang="en-US" dirty="0" smtClean="0"/>
              <a:t>Explanation: This news aligns with official government information. It is likely accurate.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Confusion Matrix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 descr="C:\Users\Lenovo\Pictures\Screenshots\Screenshot (1115).png"/>
          <p:cNvPicPr>
            <a:picLocks noChangeAspect="1" noChangeArrowheads="1"/>
          </p:cNvPicPr>
          <p:nvPr/>
        </p:nvPicPr>
        <p:blipFill>
          <a:blip r:embed="rId2" cstate="print"/>
          <a:srcRect l="26440" t="20625" r="26172" b="8839"/>
          <a:stretch>
            <a:fillRect/>
          </a:stretch>
        </p:blipFill>
        <p:spPr bwMode="auto">
          <a:xfrm>
            <a:off x="613955" y="1567543"/>
            <a:ext cx="5650562" cy="4728755"/>
          </a:xfrm>
          <a:prstGeom prst="rect">
            <a:avLst/>
          </a:prstGeom>
          <a:noFill/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6962503" y="1729343"/>
            <a:ext cx="4898571" cy="40626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Total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parameters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AF00"/>
                </a:solidFill>
                <a:effectLst/>
                <a:latin typeface="Menlo"/>
                <a:cs typeface="Arial" pitchFamily="34" charset="0"/>
              </a:rPr>
              <a:t>6,081,608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 (23.20 MB)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Trainable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parameters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AF00"/>
                </a:solidFill>
                <a:effectLst/>
                <a:latin typeface="Menlo"/>
                <a:cs typeface="Arial" pitchFamily="34" charset="0"/>
              </a:rPr>
              <a:t>2,027,202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 (7.73 MB)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Non-trainable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parameters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AF00"/>
                </a:solidFill>
                <a:effectLst/>
                <a:latin typeface="Menlo"/>
                <a:cs typeface="Arial" pitchFamily="34" charset="0"/>
              </a:rPr>
              <a:t>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 (0.00 B)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Optimizer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parameters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AF00"/>
                </a:solidFill>
                <a:effectLst/>
                <a:latin typeface="Menlo"/>
                <a:cs typeface="Arial" pitchFamily="34" charset="0"/>
              </a:rPr>
              <a:t>4,054,406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 (15.47 MB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Menlo"/>
                <a:cs typeface="Arial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Menl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rgbClr val="1F1F1F"/>
                </a:solidFill>
                <a:latin typeface="Menlo"/>
                <a:cs typeface="Arial" pitchFamily="34" charset="0"/>
              </a:rPr>
              <a:t>Accuracy- 85% in the </a:t>
            </a:r>
            <a:r>
              <a:rPr lang="en-US" sz="2400" dirty="0" err="1" smtClean="0">
                <a:solidFill>
                  <a:srgbClr val="1F1F1F"/>
                </a:solidFill>
                <a:latin typeface="Menlo"/>
                <a:cs typeface="Arial" pitchFamily="34" charset="0"/>
              </a:rPr>
              <a:t>BiLSTM</a:t>
            </a:r>
            <a:r>
              <a:rPr lang="en-US" sz="2400" dirty="0" smtClean="0">
                <a:solidFill>
                  <a:srgbClr val="1F1F1F"/>
                </a:solidFill>
                <a:latin typeface="Menlo"/>
                <a:cs typeface="Arial" pitchFamily="34" charset="0"/>
              </a:rPr>
              <a:t> Model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9E5406-58D5-1818-608C-491D9FCD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91" y="926827"/>
            <a:ext cx="10515600" cy="1325563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Thank you </a:t>
            </a:r>
            <a:br>
              <a:rPr lang="en-US" sz="6600" b="1" dirty="0" smtClean="0"/>
            </a:b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9170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hub repository Link - </a:t>
            </a:r>
            <a:r>
              <a:rPr lang="en-US" dirty="0" smtClean="0">
                <a:solidFill>
                  <a:schemeClr val="accent1"/>
                </a:solidFill>
              </a:rPr>
              <a:t>https://github.com/sadavaranasi/news-analysis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pPr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381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440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Table of Contents:</vt:lpstr>
      <vt:lpstr>Problem Statement</vt:lpstr>
      <vt:lpstr>Methods (NLP Pipeline) &amp; Individual Contributions</vt:lpstr>
      <vt:lpstr>Training Data                           Testing Data</vt:lpstr>
      <vt:lpstr>Algorithms  (Bi LSTM)</vt:lpstr>
      <vt:lpstr>Bi LSTM Diagram</vt:lpstr>
      <vt:lpstr>Work &amp; Flowchart</vt:lpstr>
      <vt:lpstr>Result Obtained</vt:lpstr>
      <vt:lpstr>Slide 10</vt:lpstr>
      <vt:lpstr>Confusion Matrix</vt:lpstr>
      <vt:lpstr>Thank you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Praveen Pawar</dc:creator>
  <cp:lastModifiedBy>Windows User</cp:lastModifiedBy>
  <cp:revision>13</cp:revision>
  <dcterms:created xsi:type="dcterms:W3CDTF">2025-05-09T09:30:28Z</dcterms:created>
  <dcterms:modified xsi:type="dcterms:W3CDTF">2026-05-10T02:12:24Z</dcterms:modified>
</cp:coreProperties>
</file>